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357" y="2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8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4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6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7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0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0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7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3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3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2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B8515-14BF-44CB-9EBF-0A232D7884A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AFC84-7394-463E-9295-C0AA853FD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6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AD2F23-3622-7525-F3D1-A81DE2AD6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039" y="541020"/>
            <a:ext cx="5469037" cy="14331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CAF736-EABF-2EEE-7B63-D899EC4EE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3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10000" decel="1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94444E-6 -7.40741E-7 L -0.00261 -2.27068 " pathEditMode="relative" rAng="0" ptsTypes="AA">
                                      <p:cBhvr>
                                        <p:cTn id="6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-1131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Patterson</dc:creator>
  <cp:lastModifiedBy>Daniel Patterson</cp:lastModifiedBy>
  <cp:revision>1</cp:revision>
  <dcterms:created xsi:type="dcterms:W3CDTF">2025-12-11T23:41:14Z</dcterms:created>
  <dcterms:modified xsi:type="dcterms:W3CDTF">2025-12-11T23:50:32Z</dcterms:modified>
</cp:coreProperties>
</file>